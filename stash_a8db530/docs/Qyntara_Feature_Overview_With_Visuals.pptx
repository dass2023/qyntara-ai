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CEC9"/>
                </a:solidFill>
              </a:defRPr>
            </a:pPr>
            <a:r>
              <a:t>Qyntara AI: Comprehensive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End-to-End Asset Assurance Pipeline</a:t>
            </a:r>
          </a:p>
          <a:p>
            <a:r>
              <a:t>Feature Breakdown &amp; Demo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CEC9"/>
                </a:solidFill>
              </a:defRPr>
            </a:pPr>
            <a:r>
              <a:t>What Qyntara AI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The tool is designed as an end-to-end Asset Assurance Pipeline for game development (Unreal/Unity).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It covers the entire lifecycle: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1. Validation (Health Check)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2. Auto-Fix (Repair)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3. Baking (Virtual Studio)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4. UVs (Optimization)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5. Export (Game Ready)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00CEC9"/>
                </a:solidFill>
              </a:defRPr>
            </a:pPr>
            <a:r>
              <a:t>1. Core Validation (The Health Check)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Pipeline Profiles: Auto-switch rules for Game, VR, VFX, Web.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Geometry: Checks N-gons, Open Edges, Non-Manifold.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Transforms: Validates Freeze, Pivot Zero, Scale.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UVs: Detects Overlaps, Bounds issues.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Visualizer: Viewport HUD highlights errors (Red markers).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Reporting: Generates Summary HTML.</a:t>
            </a:r>
          </a:p>
        </p:txBody>
      </p:sp>
      <p:pic>
        <p:nvPicPr>
          <p:cNvPr id="4" name="Picture 3" descr="qyntara_core_validation_ui_1766378087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EA043"/>
                </a:solidFill>
              </a:defRPr>
            </a:pPr>
            <a:r>
              <a:t>2. Smart Auto-Fix (One-Click)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Automated Cleanup: Deterministic repairs.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Scope: Fixes History, Transforms, Unlocks Normals, Triangulates N-gons.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Safety: Wrapped in Undo Chunks (Non-destructive).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Result: Instantly turns a 'Red' asset to 'Green'.</a:t>
            </a:r>
          </a:p>
        </p:txBody>
      </p:sp>
      <p:pic>
        <p:nvPicPr>
          <p:cNvPr id="4" name="Picture 3" descr="qyntara_auto_fix_success_1766378122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D29922"/>
                </a:solidFill>
              </a:defRPr>
            </a:pPr>
            <a:r>
              <a:t>3. Virtual Studio (Baking)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Virtual Rig: Procedural 3-Point Lighting (Key/Fill/Rim).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AI Resolution: Suggests map size based on object scale.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Production Bake: AO &amp; Lightmaps via Arnold (GPU/CPU).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Packing: Heuristic &amp; Tetris algorithms for Lightmap UVs.</a:t>
            </a:r>
          </a:p>
        </p:txBody>
      </p:sp>
      <p:pic>
        <p:nvPicPr>
          <p:cNvPr id="4" name="Picture 3" descr="qyntara_baking_studio_1766378149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00CEC9"/>
                </a:solidFill>
              </a:defRPr>
            </a:pPr>
            <a:r>
              <a:t>4. UV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Texel Density: Standardize to 10.24 px/cm.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Smart Unwrap: AI-assisted unwrap (Angle vs Projection).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Utilities: Quick Checker Map, Reset Materials.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Optimization: Ensures consistent texture quality.</a:t>
            </a:r>
          </a:p>
        </p:txBody>
      </p:sp>
      <p:pic>
        <p:nvPicPr>
          <p:cNvPr id="4" name="Picture 3" descr="qyntara_uv_toolkit_1766378173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00CEC9"/>
                </a:solidFill>
              </a:defRPr>
            </a:pPr>
            <a:r>
              <a:t>5. Alignment &amp; AI (Experimental)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Smart Snapping: Closes gaps between modular assets.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MeshAnomalyNet: Deep Learning for subjective topology analysis.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Dataset Gen: Procedural training data creation.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Innovation: Goes beyond simple math rules.</a:t>
            </a:r>
          </a:p>
        </p:txBody>
      </p:sp>
      <p:pic>
        <p:nvPicPr>
          <p:cNvPr id="4" name="Picture 3" descr="qyntara_ai_alignment_1766378201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00CEC9"/>
                </a:solidFill>
              </a:defRPr>
            </a:pPr>
            <a:r>
              <a:t>6. Game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Engine Presets: Unreal (Z-Up) / Unity (Y-Up).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Safe Export: Auto-Sanitizes before writing file.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Format: Standard FBX compliant with engine importers.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Workflow: 'Green Check' required before export.</a:t>
            </a:r>
          </a:p>
        </p:txBody>
      </p:sp>
      <p:pic>
        <p:nvPicPr>
          <p:cNvPr id="4" name="Picture 3" descr="qyntara_game_export_1766378223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CEC9"/>
                </a:solidFill>
              </a:defRPr>
            </a:pPr>
            <a:r>
              <a:t>Suggested 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Step 1: Import 'Bad' Asset -&gt; Show Low Health Score.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Step 2: Validate -&gt; Highlight Red Errors in Viewport.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Step 3: Auto-Fix -&gt; Watch it turn Green (100%).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Step 4: Baking Tab -&gt; 'Create Studio Rig' + 'AI Resolution'.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Step 5: Export Tab -&gt; 'Unreal Engine' -&gt; Safe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