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Qyntara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 3D Asset Validation &amp; Auto-Fix System</a:t>
            </a:r>
          </a:p>
          <a:p>
            <a:r>
              <a:t>End-to-End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Hybrid System: Combines Local Maya Plugin with Cloud processing.</a:t>
            </a:r>
          </a:p>
          <a:p>
            <a:r>
              <a:rPr sz="2000" dirty="0"/>
              <a:t>Goal: Ensure Game/VR/VFX assets are technically flawless.</a:t>
            </a:r>
          </a:p>
          <a:p>
            <a:r>
              <a:rPr sz="2000" dirty="0"/>
              <a:t>Key Innovations:</a:t>
            </a:r>
          </a:p>
          <a:p>
            <a:r>
              <a:rPr sz="2000" dirty="0"/>
              <a:t>- 40+ Real-time Geometry Checks (N-</a:t>
            </a:r>
            <a:r>
              <a:rPr sz="2000" dirty="0" err="1"/>
              <a:t>gons</a:t>
            </a:r>
            <a:r>
              <a:rPr sz="2000" dirty="0"/>
              <a:t>, Open Edges)</a:t>
            </a:r>
          </a:p>
          <a:p>
            <a:r>
              <a:rPr sz="2000" dirty="0"/>
              <a:t>- Deterministic Auto-Fix Engine</a:t>
            </a:r>
          </a:p>
          <a:p>
            <a:r>
              <a:rPr sz="2000" dirty="0"/>
              <a:t>- Deep Learning Model (</a:t>
            </a:r>
            <a:r>
              <a:rPr sz="2000" dirty="0" err="1"/>
              <a:t>MeshAnomalyNet</a:t>
            </a:r>
            <a:r>
              <a:rPr sz="2000" dirty="0"/>
              <a:t>) for subjective quality</a:t>
            </a:r>
          </a:p>
          <a:p>
            <a:r>
              <a:rPr sz="2000" dirty="0"/>
              <a:t>- </a:t>
            </a:r>
            <a:r>
              <a:rPr sz="2000" dirty="0" err="1"/>
              <a:t>Dockerized</a:t>
            </a:r>
            <a:r>
              <a:rPr sz="2000" dirty="0"/>
              <a:t> Microservices for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365760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Environment</a:t>
            </a:r>
          </a:p>
          <a:p>
            <a:r>
              <a:t>(Artist Workstation)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4320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Autodesk Maya</a:t>
            </a:r>
          </a:p>
          <a:p>
            <a:r>
              <a:rPr dirty="0"/>
              <a:t>(Client Plugin)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576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Core Logic</a:t>
            </a:r>
          </a:p>
          <a:p>
            <a:r>
              <a:t>- Validator</a:t>
            </a:r>
          </a:p>
          <a:p>
            <a:r>
              <a:t>- Auto-Fixer</a:t>
            </a:r>
          </a:p>
          <a:p>
            <a:r>
              <a:t>- AI Inference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3657600"/>
            <a:ext cx="1371600" cy="4572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 /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2743200" cy="3657600"/>
          </a:xfrm>
          <a:prstGeom prst="roundRect">
            <a:avLst/>
          </a:prstGeom>
          <a:solidFill>
            <a:srgbClr val="F0E6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Cloud Backend</a:t>
            </a:r>
          </a:p>
          <a:p>
            <a:r>
              <a:t>(Docker Microservices)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560320"/>
            <a:ext cx="2286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FastAPI Gateway</a:t>
            </a:r>
          </a:p>
        </p:txBody>
      </p:sp>
      <p:sp>
        <p:nvSpPr>
          <p:cNvPr id="9" name="Can 8"/>
          <p:cNvSpPr/>
          <p:nvPr/>
        </p:nvSpPr>
        <p:spPr>
          <a:xfrm>
            <a:off x="5257800" y="3291840"/>
            <a:ext cx="2286000" cy="54864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Redis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402336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Headless Worker</a:t>
            </a:r>
          </a:p>
          <a:p>
            <a:r>
              <a:t>(Maya Standalone)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Full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Core: Autodesk Maya 2022-2025, Python 3.9, PySide2/6 (Qt).</a:t>
            </a:r>
          </a:p>
          <a:p>
            <a:r>
              <a:rPr sz="2000" dirty="0"/>
              <a:t>Backend: </a:t>
            </a:r>
            <a:r>
              <a:rPr sz="2000" dirty="0" err="1"/>
              <a:t>FastAPI</a:t>
            </a:r>
            <a:r>
              <a:rPr sz="2000" dirty="0"/>
              <a:t> (REST API), Redis (Queue), Docker containers.</a:t>
            </a:r>
          </a:p>
          <a:p>
            <a:r>
              <a:rPr sz="2000" dirty="0"/>
              <a:t>Geometry Engine: </a:t>
            </a:r>
            <a:r>
              <a:rPr sz="2000" dirty="0" err="1"/>
              <a:t>OpenMaya</a:t>
            </a:r>
            <a:r>
              <a:rPr sz="2000" dirty="0"/>
              <a:t> (C++ Wrapper), NumPy, </a:t>
            </a:r>
            <a:r>
              <a:rPr sz="2000" dirty="0" err="1"/>
              <a:t>Trimesh</a:t>
            </a:r>
            <a:r>
              <a:rPr sz="2000" dirty="0"/>
              <a:t>, Open3D.</a:t>
            </a:r>
          </a:p>
          <a:p>
            <a:r>
              <a:rPr sz="2000" dirty="0"/>
              <a:t>AI/ML: </a:t>
            </a:r>
            <a:r>
              <a:rPr sz="2000" dirty="0" err="1"/>
              <a:t>PyTorch</a:t>
            </a:r>
            <a:r>
              <a:rPr sz="2000" dirty="0"/>
              <a:t> (Deep Learning), Custom </a:t>
            </a:r>
            <a:r>
              <a:rPr sz="2000" dirty="0" err="1"/>
              <a:t>PointNet</a:t>
            </a:r>
            <a:r>
              <a:rPr sz="2000" dirty="0"/>
              <a:t> Architecture.</a:t>
            </a:r>
          </a:p>
          <a:p>
            <a:r>
              <a:rPr sz="2000" dirty="0"/>
              <a:t>DevOps: Git, Docker Compose, </a:t>
            </a:r>
            <a:r>
              <a:rPr sz="2000" dirty="0" err="1"/>
              <a:t>PyTest</a:t>
            </a:r>
            <a:r>
              <a:rPr sz="2000" dirty="0"/>
              <a:t> (Unit Testing).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Architecture (Maya Plugin)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Tech Stack: Python 3, PySide2 (Qt), Maya Python API.</a:t>
            </a:r>
          </a:p>
          <a:p>
            <a:r>
              <a:rPr sz="2000" dirty="0"/>
              <a:t>UI Layer: Decoupled from logic, strictly handles user signals.</a:t>
            </a:r>
          </a:p>
          <a:p>
            <a:r>
              <a:rPr sz="2000" dirty="0"/>
              <a:t>Core Logic: Shared library ('</a:t>
            </a:r>
            <a:r>
              <a:rPr sz="2000" dirty="0" err="1"/>
              <a:t>qyntara_ai.core</a:t>
            </a:r>
            <a:r>
              <a:rPr sz="2000" dirty="0"/>
              <a:t>') containing all validation rules.</a:t>
            </a:r>
          </a:p>
          <a:p>
            <a:r>
              <a:rPr sz="2000" dirty="0"/>
              <a:t>Performance: Optimized viewport overlays using </a:t>
            </a:r>
            <a:r>
              <a:rPr sz="2000" dirty="0" err="1"/>
              <a:t>OpenMaya</a:t>
            </a:r>
            <a:r>
              <a:rPr sz="2000" dirty="0"/>
              <a:t> API.</a:t>
            </a:r>
          </a:p>
          <a:p>
            <a:r>
              <a:rPr sz="2000" dirty="0"/>
              <a:t>Features:</a:t>
            </a:r>
          </a:p>
          <a:p>
            <a:r>
              <a:rPr sz="2000" dirty="0"/>
              <a:t>- Validation Dashboard</a:t>
            </a:r>
          </a:p>
          <a:p>
            <a:r>
              <a:rPr sz="2000" dirty="0"/>
              <a:t>- Smart Alignment Tools</a:t>
            </a:r>
          </a:p>
          <a:p>
            <a:r>
              <a:rPr sz="2000" dirty="0"/>
              <a:t>- Game Engine Export Presets (Unity/Unreal)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Cloud/Backend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Tech Stack: </a:t>
            </a:r>
            <a:r>
              <a:rPr sz="2000" dirty="0" err="1"/>
              <a:t>FastAPI</a:t>
            </a:r>
            <a:r>
              <a:rPr sz="2000" dirty="0"/>
              <a:t>, Redis, Docker, Headless Maya.</a:t>
            </a:r>
          </a:p>
          <a:p>
            <a:r>
              <a:rPr sz="2000" dirty="0"/>
              <a:t>API Gateway: Handles file uploads and job validation.</a:t>
            </a:r>
          </a:p>
          <a:p>
            <a:r>
              <a:rPr sz="2000" dirty="0"/>
              <a:t>Message Broker: Redis queues valid jobs for processing.</a:t>
            </a:r>
          </a:p>
          <a:p>
            <a:r>
              <a:rPr sz="2000" dirty="0"/>
              <a:t>Worker Nodes: Scalable containers running Maya Standalone.</a:t>
            </a:r>
          </a:p>
          <a:p>
            <a:r>
              <a:rPr sz="2000" dirty="0"/>
              <a:t>Parity: Reuses the exact same 'Core' rules set as the client.</a:t>
            </a:r>
          </a:p>
          <a:p>
            <a:r>
              <a:rPr sz="2000" dirty="0"/>
              <a:t>Purpose: Allows batch processing of thousands of assets without tying up artist workstations.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 Model: </a:t>
            </a:r>
            <a:r>
              <a:rPr dirty="0" err="1"/>
              <a:t>MeshAnomalyNet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Architecture Type: </a:t>
            </a:r>
            <a:r>
              <a:rPr sz="2000" dirty="0" err="1"/>
              <a:t>PointNet</a:t>
            </a:r>
            <a:r>
              <a:rPr sz="2000" dirty="0"/>
              <a:t>-based Binary Classifier</a:t>
            </a:r>
          </a:p>
          <a:p>
            <a:pPr lvl="1"/>
            <a:r>
              <a:rPr sz="2000" dirty="0"/>
              <a:t>Purpose: Detects non-determinist topology errors (subjective quality).</a:t>
            </a:r>
          </a:p>
          <a:p>
            <a:pPr lvl="1"/>
            <a:r>
              <a:rPr sz="2000" dirty="0"/>
              <a:t>Input: Point Cloud (N=1024 sampled vertex points).</a:t>
            </a:r>
          </a:p>
          <a:p>
            <a:pPr lvl="1"/>
            <a:r>
              <a:rPr sz="2000" dirty="0"/>
              <a:t>Layers:</a:t>
            </a:r>
          </a:p>
          <a:p>
            <a:pPr lvl="2"/>
            <a:r>
              <a:rPr sz="2000" dirty="0"/>
              <a:t>1. Convolutions (64 -&gt; 128 -&gt; 1024 filters) for feature extraction.</a:t>
            </a:r>
          </a:p>
          <a:p>
            <a:pPr lvl="2"/>
            <a:r>
              <a:rPr sz="2000" dirty="0"/>
              <a:t>2. Global Max Pooling (aggregates features).</a:t>
            </a:r>
          </a:p>
          <a:p>
            <a:pPr lvl="2"/>
            <a:r>
              <a:rPr sz="2000" dirty="0"/>
              <a:t>3. Fully Connected Layers (512 -&gt; 256 -&gt; 1) for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CI/CD Integration: Automated checks on Git commit.</a:t>
            </a:r>
          </a:p>
          <a:p>
            <a:r>
              <a:rPr sz="2000" dirty="0"/>
              <a:t>Multi-DCC Support: Adapting Core logic for Blender and 3ds Max.</a:t>
            </a:r>
          </a:p>
          <a:p>
            <a:r>
              <a:rPr sz="2000" dirty="0"/>
              <a:t>Generative Auto-Fix: Using AI to propose mesh topology repairs.</a:t>
            </a:r>
          </a:p>
          <a:p>
            <a:r>
              <a:rPr sz="2000" dirty="0"/>
              <a:t>Cloud Dashboard: Web-based viewer for validation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454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Qyntara AI</vt:lpstr>
      <vt:lpstr>Executive Summary</vt:lpstr>
      <vt:lpstr>High-Level System Architecture</vt:lpstr>
      <vt:lpstr>Full Technology Stack</vt:lpstr>
      <vt:lpstr>Client Architecture (Maya Plugin)</vt:lpstr>
      <vt:lpstr>Cloud/Backend Architecture</vt:lpstr>
      <vt:lpstr>AI Model: MeshAnomalyNet</vt:lpstr>
      <vt:lpstr>Future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Arockiadass Devanesan</cp:lastModifiedBy>
  <cp:revision>2</cp:revision>
  <dcterms:created xsi:type="dcterms:W3CDTF">2013-01-27T09:14:16Z</dcterms:created>
  <dcterms:modified xsi:type="dcterms:W3CDTF">2025-12-18T01:34:07Z</dcterms:modified>
  <cp:category/>
</cp:coreProperties>
</file>