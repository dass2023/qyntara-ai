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B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00A2FF"/>
                </a:solidFill>
              </a:defRPr>
            </a:pPr>
            <a:r>
              <a:t>Qyntara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Automated 3D Asset Assurance &amp; Optimization</a:t>
            </a:r>
          </a:p>
          <a:p>
            <a:r>
              <a:t>Executive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B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A2FF"/>
                </a:solidFill>
              </a:defRPr>
            </a:pPr>
            <a:r>
              <a:t>The Challenge: Quality at Scale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Issue: Manual validation is slow and error-prone.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Impact: 'Broken' assets crash game engines and delay builds.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Cost: Fixing bugs 3 weeks later costs 10x more than instant fixes.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Gap: Traditional tools start too late in the pipeline.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B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A2FF"/>
                </a:solidFill>
              </a:defRPr>
            </a:pPr>
            <a:r>
              <a:t>The Solution: Qyntara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Deep Integration: Runs directly inside Autodesk Maya.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Hybrid Engine: Combines Math Rules (100% accuracy) + AI (Subjective quality).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Instant Fixes: 'Magic Wand' button solves 80% of topology errors.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Scalable: Background cloud processing for bulk assets.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B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A2FF"/>
                </a:solidFill>
              </a:defRPr>
            </a:pPr>
            <a:r>
              <a:t>Return on Investment (ROI)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Speed: Reduce QA time from hours to seconds.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Cost Savings: Fewer kickbacks from Technical Directors.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Compliance: Enforces strict naming/structure conventions automatically.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Confidence: 'Green Check' means Game-Safe.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B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A2FF"/>
                </a:solidFill>
              </a:defRPr>
            </a:pPr>
            <a:r>
              <a:t>High-Level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286000"/>
            <a:ext cx="2286000" cy="2743200"/>
          </a:xfrm>
          <a:prstGeom prst="roundRect">
            <a:avLst/>
          </a:prstGeom>
          <a:solidFill>
            <a:srgbClr val="1E28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solidFill>
                  <a:srgbClr val="FFFFFF"/>
                </a:solidFill>
              </a:defRPr>
            </a:pPr>
            <a:r>
              <a:t>Artist Workstation</a:t>
            </a:r>
          </a:p>
          <a:p>
            <a:r>
              <a:t>(Maya + Plugin)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0" y="2286000"/>
            <a:ext cx="2286000" cy="2743200"/>
          </a:xfrm>
          <a:prstGeom prst="roundRect">
            <a:avLst/>
          </a:prstGeom>
          <a:solidFill>
            <a:srgbClr val="1E28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solidFill>
                  <a:srgbClr val="FFFFFF"/>
                </a:solidFill>
              </a:defRPr>
            </a:pPr>
            <a:r>
              <a:t>Cloud Auto-Fix</a:t>
            </a:r>
          </a:p>
          <a:p>
            <a:r>
              <a:t>(Validation Farm)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91840" y="3200400"/>
            <a:ext cx="2560320" cy="914400"/>
          </a:xfrm>
          <a:prstGeom prst="rightArrow">
            <a:avLst/>
          </a:prstGeom>
          <a:solidFill>
            <a:srgbClr val="00A2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Validation Request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B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A2FF"/>
                </a:solidFill>
              </a:defRPr>
            </a:pPr>
            <a:r>
              <a:t>Built with Industry Standards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Core: Python 3, Autodesk Maya API.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Backend: Docker, FastAPI, Redis.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AI: PyTorch (PointNet Architecture).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Security: On-premise capable.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B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A2FF"/>
                </a:solidFill>
              </a:defRPr>
            </a:pPr>
            <a:r>
              <a:t>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Phase 1: Maya Plugin &amp; Cloud Validator (Done)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Phase 2: Multi-DCC Support (Blender/Max) (Q3 2026)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Phase 3: CI/CD 'Git Gatekeeper' Integration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Phase 4: Generative Geometry Repair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