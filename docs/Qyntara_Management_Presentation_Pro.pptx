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B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97109" y="1432057"/>
            <a:ext cx="1994733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840480"/>
            <a:ext cx="103601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>
                <a:solidFill>
                  <a:srgbClr val="00A2FF"/>
                </a:solidFill>
                <a:latin typeface="Arial Black"/>
              </a:defRPr>
            </a:pPr>
            <a:r>
              <a:rPr dirty="0">
                <a:solidFill>
                  <a:srgbClr val="61BBBB"/>
                </a:solidFill>
              </a:rPr>
              <a:t>QYNTARA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6E6E6"/>
                </a:solidFill>
              </a:defRPr>
            </a:pPr>
            <a:r>
              <a:t>The Future of 3D Asset Assurance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6738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2FF"/>
                </a:solidFill>
                <a:latin typeface="Arial"/>
              </a:defRPr>
            </a:pPr>
            <a:r>
              <a:rPr dirty="0">
                <a:solidFill>
                  <a:srgbClr val="61BBBB"/>
                </a:solidFill>
              </a:rPr>
              <a:t>The Challenge: Quality 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00" cy="182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rPr dirty="0"/>
              <a:t>•  Manual validation is slow, subjective, and prone to error.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rPr dirty="0"/>
              <a:t>•  Incorrect assets break </a:t>
            </a:r>
            <a:r>
              <a:rPr lang="en-US" dirty="0"/>
              <a:t>application</a:t>
            </a:r>
            <a:r>
              <a:rPr dirty="0"/>
              <a:t> builds and delay releases.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rPr dirty="0"/>
              <a:t>•  Fixing technical debt late in production costs 10x more.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rPr dirty="0"/>
              <a:t>•  Outsource consistency is hard to maintain.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928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2FF"/>
                </a:solidFill>
                <a:latin typeface="Arial"/>
              </a:defRPr>
            </a:pPr>
            <a:r>
              <a:rPr dirty="0">
                <a:solidFill>
                  <a:srgbClr val="61BBBB"/>
                </a:solidFill>
              </a:rPr>
              <a:t>The Solution: </a:t>
            </a:r>
            <a:r>
              <a:rPr dirty="0" err="1">
                <a:solidFill>
                  <a:srgbClr val="61BBBB"/>
                </a:solidFill>
              </a:rPr>
              <a:t>Qyntara</a:t>
            </a:r>
            <a:r>
              <a:rPr dirty="0">
                <a:solidFill>
                  <a:srgbClr val="61BBBB"/>
                </a:solidFill>
              </a:rPr>
              <a:t>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00" cy="182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Automated Plugin: Runs directly in Autodesk Maya.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Rule-Based Engine: 40+ deterministic checks (N-gons, UVs).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AI Analysis: Deep Learning for subjective quality assessment.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One-Click Auto-Fix: Resolves 80% of topology errors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46803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0A2FF"/>
                </a:solidFill>
              </a:defRPr>
            </a:pPr>
            <a:r>
              <a:rPr dirty="0">
                <a:solidFill>
                  <a:srgbClr val="61BBBB"/>
                </a:solidFill>
              </a:rPr>
              <a:t>Modern Hybrid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743200" cy="3200400"/>
          </a:xfrm>
          <a:prstGeom prst="roundRect">
            <a:avLst/>
          </a:prstGeom>
          <a:solidFill>
            <a:srgbClr val="141E32"/>
          </a:solidFill>
          <a:ln w="25400">
            <a:solidFill>
              <a:srgbClr val="00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ARTIST</a:t>
            </a:r>
          </a:p>
          <a:p>
            <a:r>
              <a:t>(Maya Client)</a:t>
            </a:r>
          </a:p>
        </p:txBody>
      </p:sp>
      <p:sp>
        <p:nvSpPr>
          <p:cNvPr id="7" name="Cloud 6"/>
          <p:cNvSpPr/>
          <p:nvPr/>
        </p:nvSpPr>
        <p:spPr>
          <a:xfrm>
            <a:off x="7772400" y="2286000"/>
            <a:ext cx="3200400" cy="3200400"/>
          </a:xfrm>
          <a:prstGeom prst="cloud">
            <a:avLst/>
          </a:prstGeom>
          <a:solidFill>
            <a:srgbClr val="28143C"/>
          </a:solidFill>
          <a:ln w="25400">
            <a:solidFill>
              <a:srgbClr val="9D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QYNTARA CLOUD</a:t>
            </a:r>
          </a:p>
          <a:p>
            <a:r>
              <a:t>(Validator Farm)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0480" y="3474720"/>
            <a:ext cx="3749039" cy="73152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Secure HTTPS /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Hybrid Integration: Instant feedback locally, massive scalability remotely.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1863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2FF"/>
                </a:solidFill>
                <a:latin typeface="Arial"/>
              </a:defRPr>
            </a:pPr>
            <a:r>
              <a:rPr dirty="0">
                <a:solidFill>
                  <a:srgbClr val="61BBBB"/>
                </a:solidFill>
              </a:rPr>
              <a:t>Return on Investment (ROI)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00" cy="182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Speed: Validation time from 2 hours -&gt; 5 seconds.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Confidence: 100% technical compliance guaranteed.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Scalability: Cloud backend handles unlimited bulk processing.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Workflow: Artists stay compatible with Unity/Unreal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8523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2FF"/>
                </a:solidFill>
                <a:latin typeface="Arial"/>
              </a:defRPr>
            </a:pPr>
            <a:r>
              <a:rPr dirty="0">
                <a:solidFill>
                  <a:srgbClr val="61BBBB"/>
                </a:solidFill>
              </a:rPr>
              <a:t>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00" cy="182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rPr dirty="0"/>
              <a:t>•  Q3 2025: Multi-DCC Support (Blender, 3ds Max).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rPr dirty="0"/>
              <a:t>•  Q4 2025: CI/CD Pipeline Integration.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rPr dirty="0"/>
              <a:t>•  Q2 2026: Generative Geometry Repair (Auto-Retopology).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218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Arockiadass Devanesan</cp:lastModifiedBy>
  <cp:revision>2</cp:revision>
  <dcterms:created xsi:type="dcterms:W3CDTF">2013-01-27T09:14:16Z</dcterms:created>
  <dcterms:modified xsi:type="dcterms:W3CDTF">2025-12-18T03:52:24Z</dcterms:modified>
  <cp:category/>
</cp:coreProperties>
</file>