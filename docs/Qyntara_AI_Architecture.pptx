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DCA987-70B1-3231-47AB-20113E6DC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773429" y="1790737"/>
            <a:ext cx="2831594" cy="3245057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9A1D9BC-1455-4308-9ABD-A3F8EDB67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2051" y="320442"/>
            <a:ext cx="4929369" cy="6212748"/>
          </a:xfrm>
          <a:custGeom>
            <a:avLst/>
            <a:gdLst>
              <a:gd name="connsiteX0" fmla="*/ 0 w 6572492"/>
              <a:gd name="connsiteY0" fmla="*/ 0 h 6212748"/>
              <a:gd name="connsiteX1" fmla="*/ 2248593 w 6572492"/>
              <a:gd name="connsiteY1" fmla="*/ 0 h 6212748"/>
              <a:gd name="connsiteX2" fmla="*/ 2694770 w 6572492"/>
              <a:gd name="connsiteY2" fmla="*/ 0 h 6212748"/>
              <a:gd name="connsiteX3" fmla="*/ 2991094 w 6572492"/>
              <a:gd name="connsiteY3" fmla="*/ 0 h 6212748"/>
              <a:gd name="connsiteX4" fmla="*/ 6572492 w 6572492"/>
              <a:gd name="connsiteY4" fmla="*/ 0 h 6212748"/>
              <a:gd name="connsiteX5" fmla="*/ 6572492 w 6572492"/>
              <a:gd name="connsiteY5" fmla="*/ 2864954 h 6212748"/>
              <a:gd name="connsiteX6" fmla="*/ 3129047 w 6572492"/>
              <a:gd name="connsiteY6" fmla="*/ 6212748 h 6212748"/>
              <a:gd name="connsiteX7" fmla="*/ 2694770 w 6572492"/>
              <a:gd name="connsiteY7" fmla="*/ 6212748 h 6212748"/>
              <a:gd name="connsiteX8" fmla="*/ 2248593 w 6572492"/>
              <a:gd name="connsiteY8" fmla="*/ 6212748 h 6212748"/>
              <a:gd name="connsiteX9" fmla="*/ 0 w 6572492"/>
              <a:gd name="connsiteY9" fmla="*/ 6212748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72492" h="6212748">
                <a:moveTo>
                  <a:pt x="0" y="0"/>
                </a:moveTo>
                <a:lnTo>
                  <a:pt x="2248593" y="0"/>
                </a:lnTo>
                <a:lnTo>
                  <a:pt x="2694770" y="0"/>
                </a:lnTo>
                <a:lnTo>
                  <a:pt x="2991094" y="0"/>
                </a:lnTo>
                <a:lnTo>
                  <a:pt x="6572492" y="0"/>
                </a:lnTo>
                <a:lnTo>
                  <a:pt x="6572492" y="2864954"/>
                </a:lnTo>
                <a:lnTo>
                  <a:pt x="3129047" y="6212748"/>
                </a:lnTo>
                <a:lnTo>
                  <a:pt x="2694770" y="6212748"/>
                </a:lnTo>
                <a:lnTo>
                  <a:pt x="2248593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31970" y="962526"/>
            <a:ext cx="4038600" cy="3210689"/>
          </a:xfrm>
        </p:spPr>
        <p:txBody>
          <a:bodyPr anchor="b">
            <a:normAutofit/>
          </a:bodyPr>
          <a:lstStyle/>
          <a:p>
            <a:pPr algn="l"/>
            <a:r>
              <a:rPr lang="en-US" sz="6300"/>
              <a:t>Qyntara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31970" y="4269462"/>
            <a:ext cx="3036570" cy="1095017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700"/>
              <a:t>Next-Gen 3D Asset Validation &amp; Auto-Fix System</a:t>
            </a:r>
          </a:p>
          <a:p>
            <a:pPr algn="l">
              <a:lnSpc>
                <a:spcPct val="90000"/>
              </a:lnSpc>
            </a:pPr>
            <a:r>
              <a:rPr lang="en-US" sz="1700"/>
              <a:t>End-to-End Architecture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US" sz="5800"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Hybrid System: Combines Local Maya Plugin with Cloud processing.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Goal: Ensure Game/VR/VFX assets are technically flawless.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Key Innovations: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- 40+ Real-time Geometry Checks (N-gons, Open Edges)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- Deterministic Auto-Fix Engine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- Deep Learning Model (MeshAnomalyNet) for subjective quality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- Dockerized Microservices for scalability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5411" y="1828800"/>
            <a:ext cx="2957119" cy="3657600"/>
          </a:xfrm>
          <a:prstGeom prst="roundRect">
            <a:avLst/>
          </a:prstGeom>
          <a:solidFill>
            <a:srgbClr val="E6F0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chemeClr val="tx1"/>
                </a:solidFill>
              </a:rPr>
              <a:t>Local Environment</a:t>
            </a:r>
          </a:p>
          <a:p>
            <a:r>
              <a:rPr dirty="0">
                <a:solidFill>
                  <a:schemeClr val="tx1"/>
                </a:solidFill>
              </a:rPr>
              <a:t>(Artist Workstation)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2176" y="2205996"/>
            <a:ext cx="22860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  </a:t>
            </a:r>
            <a:r>
              <a:rPr dirty="0"/>
              <a:t>Autodesk Maya</a:t>
            </a:r>
          </a:p>
          <a:p>
            <a:r>
              <a:rPr lang="en-US" dirty="0"/>
              <a:t>       </a:t>
            </a:r>
            <a:r>
              <a:rPr dirty="0"/>
              <a:t>(Client Plugin)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2176" y="3997234"/>
            <a:ext cx="2286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Core Logic</a:t>
            </a:r>
          </a:p>
          <a:p>
            <a:r>
              <a:rPr dirty="0"/>
              <a:t>- Validator</a:t>
            </a:r>
          </a:p>
          <a:p>
            <a:r>
              <a:rPr dirty="0"/>
              <a:t>- Auto-Fixer</a:t>
            </a:r>
          </a:p>
          <a:p>
            <a:r>
              <a:rPr dirty="0"/>
              <a:t>- AI Inference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22530" y="3794760"/>
            <a:ext cx="1737360" cy="457200"/>
          </a:xfrm>
          <a:prstGeom prst="rightArrow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  </a:t>
            </a:r>
            <a:r>
              <a:rPr dirty="0">
                <a:solidFill>
                  <a:schemeClr val="tx1"/>
                </a:solidFill>
              </a:rPr>
              <a:t>HTTPS /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59890" y="1828800"/>
            <a:ext cx="2743200" cy="3657600"/>
          </a:xfrm>
          <a:prstGeom prst="roundRect">
            <a:avLst/>
          </a:prstGeom>
          <a:solidFill>
            <a:srgbClr val="F0E6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chemeClr val="tx1"/>
                </a:solidFill>
              </a:rPr>
              <a:t>Cloud Backend</a:t>
            </a:r>
          </a:p>
          <a:p>
            <a:r>
              <a:rPr dirty="0">
                <a:solidFill>
                  <a:schemeClr val="tx1"/>
                </a:solidFill>
              </a:rPr>
              <a:t>(Docker Microservices)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788490" y="2103120"/>
            <a:ext cx="22860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</a:t>
            </a:r>
            <a:r>
              <a:rPr dirty="0"/>
              <a:t>FastAPI Gateway</a:t>
            </a:r>
          </a:p>
        </p:txBody>
      </p:sp>
      <p:sp>
        <p:nvSpPr>
          <p:cNvPr id="9" name="Can 8"/>
          <p:cNvSpPr/>
          <p:nvPr/>
        </p:nvSpPr>
        <p:spPr>
          <a:xfrm>
            <a:off x="5788490" y="2782209"/>
            <a:ext cx="2286000" cy="548640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     </a:t>
            </a:r>
            <a:r>
              <a:rPr dirty="0"/>
              <a:t>Redis Queue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88490" y="4023360"/>
            <a:ext cx="2286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</a:t>
            </a:r>
            <a:r>
              <a:rPr dirty="0"/>
              <a:t>Headless Worker</a:t>
            </a:r>
          </a:p>
          <a:p>
            <a:r>
              <a:rPr lang="en-US" dirty="0"/>
              <a:t>   </a:t>
            </a:r>
            <a:r>
              <a:rPr dirty="0"/>
              <a:t>(Maya Standalone)</a:t>
            </a: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dirty="0"/>
              <a:t>Client Architecture (Maya Plugin)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 dirty="0"/>
              <a:t>Tech Stack: Python 3, PySide2 (Qt), Maya Python API.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UI Layer: Decoupled from logic, strictly handles user signals.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Core Logic: Shared library ('qyntara_ai.core') containing all validation rules.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Performance: Optimized viewport overlays using OpenMaya API.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Features: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- Validation Dashboard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- Smart Alignment Tools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- Game Engine Export Presets (Unity/Unreal)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/>
              <a:t>Cloud/Backend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900" dirty="0"/>
              <a:t>Tech Stack: FastAPI, Redis, Docker, Headless Maya.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API Gateway: Handles file uploads and job validation.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Message Broker: Redis queues valid jobs for processing.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Worker Nodes: Scalable containers running Maya Standalone.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Parity: Reuses the exact same 'Core' rules set as the client.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Purpose: Allows batch processing of thousands of assets without tying up artist workstations.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dirty="0"/>
              <a:t>AI Model: MeshAnomalyNet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 dirty="0"/>
              <a:t>Architecture Type: PointNet-based Binary Classifier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Purpose: Detects non-determinist topology errors (subjective quality).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Input: Point Cloud (N=1024 sampled vertex points).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Layers:</a:t>
            </a:r>
          </a:p>
          <a:p>
            <a:pPr lvl="2">
              <a:lnSpc>
                <a:spcPct val="90000"/>
              </a:lnSpc>
            </a:pPr>
            <a:r>
              <a:rPr lang="en-US" sz="1600" dirty="0"/>
              <a:t>1. Convolutions (64 -&gt; 128 -&gt; 1024 filters) for feature extraction.</a:t>
            </a:r>
          </a:p>
          <a:p>
            <a:pPr lvl="2">
              <a:lnSpc>
                <a:spcPct val="90000"/>
              </a:lnSpc>
            </a:pPr>
            <a:r>
              <a:rPr lang="en-US" sz="1600" dirty="0"/>
              <a:t>2. Global Max Pooling (aggregates features).</a:t>
            </a:r>
          </a:p>
          <a:p>
            <a:pPr lvl="2">
              <a:lnSpc>
                <a:spcPct val="90000"/>
              </a:lnSpc>
            </a:pPr>
            <a:r>
              <a:rPr lang="en-US" sz="1600" dirty="0"/>
              <a:t>3. Fully Connected Layers (512 -&gt; 256 -&gt; 1) for classification.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346</Words>
  <Application>Microsoft Office PowerPoint</Application>
  <PresentationFormat>On-screen Show (4:3)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Qyntara AI</vt:lpstr>
      <vt:lpstr>Executive Summary</vt:lpstr>
      <vt:lpstr>High-Level System Architecture</vt:lpstr>
      <vt:lpstr>Client Architecture (Maya Plugin)</vt:lpstr>
      <vt:lpstr>Cloud/Backend Architecture</vt:lpstr>
      <vt:lpstr>AI Model: MeshAnomalyNet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Arockiadass Devanesan</cp:lastModifiedBy>
  <cp:revision>4</cp:revision>
  <dcterms:created xsi:type="dcterms:W3CDTF">2013-01-27T09:14:16Z</dcterms:created>
  <dcterms:modified xsi:type="dcterms:W3CDTF">2025-12-23T10:08:05Z</dcterms:modified>
  <cp:category/>
</cp:coreProperties>
</file>